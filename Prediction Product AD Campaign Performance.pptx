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466754-9E7A-43E7-951C-CBC54F07163A}" v="56" dt="2025-11-27T07:03:16.6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ttika Mukherjee" userId="43900d623978dab5" providerId="LiveId" clId="{9BB9F931-903E-474C-B71E-A334B2B5D769}"/>
    <pc:docChg chg="custSel addSld delSld modSld">
      <pc:chgData name="Krittika Mukherjee" userId="43900d623978dab5" providerId="LiveId" clId="{9BB9F931-903E-474C-B71E-A334B2B5D769}" dt="2025-11-27T07:03:29.421" v="318" actId="14100"/>
      <pc:docMkLst>
        <pc:docMk/>
      </pc:docMkLst>
      <pc:sldChg chg="addSp delSp modSp new mod setBg">
        <pc:chgData name="Krittika Mukherjee" userId="43900d623978dab5" providerId="LiveId" clId="{9BB9F931-903E-474C-B71E-A334B2B5D769}" dt="2025-11-24T11:34:08.096" v="266" actId="14100"/>
        <pc:sldMkLst>
          <pc:docMk/>
          <pc:sldMk cId="2170487490" sldId="256"/>
        </pc:sldMkLst>
        <pc:spChg chg="mod">
          <ac:chgData name="Krittika Mukherjee" userId="43900d623978dab5" providerId="LiveId" clId="{9BB9F931-903E-474C-B71E-A334B2B5D769}" dt="2025-11-24T11:21:43.382" v="41" actId="14100"/>
          <ac:spMkLst>
            <pc:docMk/>
            <pc:sldMk cId="2170487490" sldId="256"/>
            <ac:spMk id="2" creationId="{CEE27DF4-92EC-0387-A36A-0914DA1A6A35}"/>
          </ac:spMkLst>
        </pc:spChg>
        <pc:spChg chg="mod">
          <ac:chgData name="Krittika Mukherjee" userId="43900d623978dab5" providerId="LiveId" clId="{9BB9F931-903E-474C-B71E-A334B2B5D769}" dt="2025-11-24T11:34:08.096" v="266" actId="14100"/>
          <ac:spMkLst>
            <pc:docMk/>
            <pc:sldMk cId="2170487490" sldId="256"/>
            <ac:spMk id="3" creationId="{C9FB929C-C6DD-E635-96A1-508EB5B539E8}"/>
          </ac:spMkLst>
        </pc:spChg>
      </pc:sldChg>
      <pc:sldChg chg="modSp new mod">
        <pc:chgData name="Krittika Mukherjee" userId="43900d623978dab5" providerId="LiveId" clId="{9BB9F931-903E-474C-B71E-A334B2B5D769}" dt="2025-11-24T11:24:00.638" v="47" actId="1076"/>
        <pc:sldMkLst>
          <pc:docMk/>
          <pc:sldMk cId="1601515200" sldId="257"/>
        </pc:sldMkLst>
        <pc:spChg chg="mod">
          <ac:chgData name="Krittika Mukherjee" userId="43900d623978dab5" providerId="LiveId" clId="{9BB9F931-903E-474C-B71E-A334B2B5D769}" dt="2025-11-24T11:23:19.953" v="45"/>
          <ac:spMkLst>
            <pc:docMk/>
            <pc:sldMk cId="1601515200" sldId="257"/>
            <ac:spMk id="2" creationId="{B1C7F4AC-A991-B860-59EC-3F4F5B2D9DB4}"/>
          </ac:spMkLst>
        </pc:spChg>
        <pc:spChg chg="mod">
          <ac:chgData name="Krittika Mukherjee" userId="43900d623978dab5" providerId="LiveId" clId="{9BB9F931-903E-474C-B71E-A334B2B5D769}" dt="2025-11-24T11:24:00.638" v="47" actId="1076"/>
          <ac:spMkLst>
            <pc:docMk/>
            <pc:sldMk cId="1601515200" sldId="257"/>
            <ac:spMk id="3" creationId="{3C0E8AD5-5330-90F5-1ABD-EDEED967CB6D}"/>
          </ac:spMkLst>
        </pc:spChg>
      </pc:sldChg>
      <pc:sldChg chg="modSp new">
        <pc:chgData name="Krittika Mukherjee" userId="43900d623978dab5" providerId="LiveId" clId="{9BB9F931-903E-474C-B71E-A334B2B5D769}" dt="2025-11-24T11:25:52.193" v="50"/>
        <pc:sldMkLst>
          <pc:docMk/>
          <pc:sldMk cId="2863052974" sldId="258"/>
        </pc:sldMkLst>
        <pc:spChg chg="mod">
          <ac:chgData name="Krittika Mukherjee" userId="43900d623978dab5" providerId="LiveId" clId="{9BB9F931-903E-474C-B71E-A334B2B5D769}" dt="2025-11-24T11:25:38.338" v="49"/>
          <ac:spMkLst>
            <pc:docMk/>
            <pc:sldMk cId="2863052974" sldId="258"/>
            <ac:spMk id="2" creationId="{65E5D1EA-AFD2-DE4A-2A4B-069DFE5E6784}"/>
          </ac:spMkLst>
        </pc:spChg>
        <pc:spChg chg="mod">
          <ac:chgData name="Krittika Mukherjee" userId="43900d623978dab5" providerId="LiveId" clId="{9BB9F931-903E-474C-B71E-A334B2B5D769}" dt="2025-11-24T11:25:52.193" v="50"/>
          <ac:spMkLst>
            <pc:docMk/>
            <pc:sldMk cId="2863052974" sldId="258"/>
            <ac:spMk id="3" creationId="{CBF3558B-E7FC-319A-B6B9-A2299D6F1C57}"/>
          </ac:spMkLst>
        </pc:spChg>
      </pc:sldChg>
      <pc:sldChg chg="modSp new mod">
        <pc:chgData name="Krittika Mukherjee" userId="43900d623978dab5" providerId="LiveId" clId="{9BB9F931-903E-474C-B71E-A334B2B5D769}" dt="2025-11-24T13:20:07.395" v="289" actId="20577"/>
        <pc:sldMkLst>
          <pc:docMk/>
          <pc:sldMk cId="2742783650" sldId="259"/>
        </pc:sldMkLst>
        <pc:spChg chg="mod">
          <ac:chgData name="Krittika Mukherjee" userId="43900d623978dab5" providerId="LiveId" clId="{9BB9F931-903E-474C-B71E-A334B2B5D769}" dt="2025-11-24T11:26:37.348" v="52"/>
          <ac:spMkLst>
            <pc:docMk/>
            <pc:sldMk cId="2742783650" sldId="259"/>
            <ac:spMk id="2" creationId="{E1D4D2DA-AFF1-14E1-7ECE-943F958600F9}"/>
          </ac:spMkLst>
        </pc:spChg>
        <pc:spChg chg="mod">
          <ac:chgData name="Krittika Mukherjee" userId="43900d623978dab5" providerId="LiveId" clId="{9BB9F931-903E-474C-B71E-A334B2B5D769}" dt="2025-11-24T13:20:07.395" v="289" actId="20577"/>
          <ac:spMkLst>
            <pc:docMk/>
            <pc:sldMk cId="2742783650" sldId="259"/>
            <ac:spMk id="3" creationId="{0E5AAA1E-5999-2CD6-5654-7517C7932A48}"/>
          </ac:spMkLst>
        </pc:spChg>
      </pc:sldChg>
      <pc:sldChg chg="modSp new">
        <pc:chgData name="Krittika Mukherjee" userId="43900d623978dab5" providerId="LiveId" clId="{9BB9F931-903E-474C-B71E-A334B2B5D769}" dt="2025-11-24T11:29:14.827" v="79"/>
        <pc:sldMkLst>
          <pc:docMk/>
          <pc:sldMk cId="3844374590" sldId="260"/>
        </pc:sldMkLst>
        <pc:spChg chg="mod">
          <ac:chgData name="Krittika Mukherjee" userId="43900d623978dab5" providerId="LiveId" clId="{9BB9F931-903E-474C-B71E-A334B2B5D769}" dt="2025-11-24T11:29:00.205" v="78"/>
          <ac:spMkLst>
            <pc:docMk/>
            <pc:sldMk cId="3844374590" sldId="260"/>
            <ac:spMk id="2" creationId="{7AF5B273-4276-7E07-E442-40964C661C84}"/>
          </ac:spMkLst>
        </pc:spChg>
        <pc:spChg chg="mod">
          <ac:chgData name="Krittika Mukherjee" userId="43900d623978dab5" providerId="LiveId" clId="{9BB9F931-903E-474C-B71E-A334B2B5D769}" dt="2025-11-24T11:29:14.827" v="79"/>
          <ac:spMkLst>
            <pc:docMk/>
            <pc:sldMk cId="3844374590" sldId="260"/>
            <ac:spMk id="3" creationId="{E7BDFD67-C1E2-6D90-5234-D3C60691250B}"/>
          </ac:spMkLst>
        </pc:spChg>
      </pc:sldChg>
      <pc:sldChg chg="addSp delSp modSp new mod">
        <pc:chgData name="Krittika Mukherjee" userId="43900d623978dab5" providerId="LiveId" clId="{9BB9F931-903E-474C-B71E-A334B2B5D769}" dt="2025-11-27T06:58:08.483" v="303"/>
        <pc:sldMkLst>
          <pc:docMk/>
          <pc:sldMk cId="3875877692" sldId="261"/>
        </pc:sldMkLst>
        <pc:spChg chg="mod">
          <ac:chgData name="Krittika Mukherjee" userId="43900d623978dab5" providerId="LiveId" clId="{9BB9F931-903E-474C-B71E-A334B2B5D769}" dt="2025-11-27T06:58:08.483" v="303"/>
          <ac:spMkLst>
            <pc:docMk/>
            <pc:sldMk cId="3875877692" sldId="261"/>
            <ac:spMk id="2" creationId="{2CDC4CFA-A16F-4D6F-3B6D-F25DEC8D296C}"/>
          </ac:spMkLst>
        </pc:spChg>
        <pc:spChg chg="del">
          <ac:chgData name="Krittika Mukherjee" userId="43900d623978dab5" providerId="LiveId" clId="{9BB9F931-903E-474C-B71E-A334B2B5D769}" dt="2025-11-27T06:57:26.229" v="299"/>
          <ac:spMkLst>
            <pc:docMk/>
            <pc:sldMk cId="3875877692" sldId="261"/>
            <ac:spMk id="3" creationId="{3023D75B-F751-0C41-2893-215A7CC40F94}"/>
          </ac:spMkLst>
        </pc:spChg>
        <pc:picChg chg="add mod">
          <ac:chgData name="Krittika Mukherjee" userId="43900d623978dab5" providerId="LiveId" clId="{9BB9F931-903E-474C-B71E-A334B2B5D769}" dt="2025-11-27T06:57:36.627" v="302" actId="1076"/>
          <ac:picMkLst>
            <pc:docMk/>
            <pc:sldMk cId="3875877692" sldId="261"/>
            <ac:picMk id="4" creationId="{1562C4FE-F0F1-742A-7351-1439F209103A}"/>
          </ac:picMkLst>
        </pc:picChg>
      </pc:sldChg>
      <pc:sldChg chg="addSp delSp modSp new del mod">
        <pc:chgData name="Krittika Mukherjee" userId="43900d623978dab5" providerId="LiveId" clId="{9BB9F931-903E-474C-B71E-A334B2B5D769}" dt="2025-11-27T06:57:10.812" v="297" actId="2696"/>
        <pc:sldMkLst>
          <pc:docMk/>
          <pc:sldMk cId="4129173185" sldId="261"/>
        </pc:sldMkLst>
        <pc:spChg chg="mod">
          <ac:chgData name="Krittika Mukherjee" userId="43900d623978dab5" providerId="LiveId" clId="{9BB9F931-903E-474C-B71E-A334B2B5D769}" dt="2025-11-27T06:56:14.217" v="291"/>
          <ac:spMkLst>
            <pc:docMk/>
            <pc:sldMk cId="4129173185" sldId="261"/>
            <ac:spMk id="2" creationId="{7757C547-F876-3F01-3082-54F5DB9B775A}"/>
          </ac:spMkLst>
        </pc:spChg>
        <pc:spChg chg="del">
          <ac:chgData name="Krittika Mukherjee" userId="43900d623978dab5" providerId="LiveId" clId="{9BB9F931-903E-474C-B71E-A334B2B5D769}" dt="2025-11-27T06:56:38.047" v="292"/>
          <ac:spMkLst>
            <pc:docMk/>
            <pc:sldMk cId="4129173185" sldId="261"/>
            <ac:spMk id="3" creationId="{D8555E80-E4C4-8435-4720-8BD1BD3F0027}"/>
          </ac:spMkLst>
        </pc:spChg>
        <pc:picChg chg="add mod">
          <ac:chgData name="Krittika Mukherjee" userId="43900d623978dab5" providerId="LiveId" clId="{9BB9F931-903E-474C-B71E-A334B2B5D769}" dt="2025-11-27T06:56:53.796" v="296" actId="14100"/>
          <ac:picMkLst>
            <pc:docMk/>
            <pc:sldMk cId="4129173185" sldId="261"/>
            <ac:picMk id="4" creationId="{DB9A1EB6-0A2C-F131-8338-6EFF2E365E9B}"/>
          </ac:picMkLst>
        </pc:picChg>
      </pc:sldChg>
      <pc:sldChg chg="addSp delSp modSp new mod">
        <pc:chgData name="Krittika Mukherjee" userId="43900d623978dab5" providerId="LiveId" clId="{9BB9F931-903E-474C-B71E-A334B2B5D769}" dt="2025-11-27T06:59:04.702" v="311" actId="14100"/>
        <pc:sldMkLst>
          <pc:docMk/>
          <pc:sldMk cId="362779173" sldId="262"/>
        </pc:sldMkLst>
        <pc:spChg chg="mod">
          <ac:chgData name="Krittika Mukherjee" userId="43900d623978dab5" providerId="LiveId" clId="{9BB9F931-903E-474C-B71E-A334B2B5D769}" dt="2025-11-27T06:58:34.246" v="305"/>
          <ac:spMkLst>
            <pc:docMk/>
            <pc:sldMk cId="362779173" sldId="262"/>
            <ac:spMk id="2" creationId="{A5C40B19-183E-346B-9027-5B74812B585D}"/>
          </ac:spMkLst>
        </pc:spChg>
        <pc:spChg chg="del">
          <ac:chgData name="Krittika Mukherjee" userId="43900d623978dab5" providerId="LiveId" clId="{9BB9F931-903E-474C-B71E-A334B2B5D769}" dt="2025-11-27T06:58:49.447" v="306"/>
          <ac:spMkLst>
            <pc:docMk/>
            <pc:sldMk cId="362779173" sldId="262"/>
            <ac:spMk id="3" creationId="{4EBAE1A9-F8BC-BE05-936F-A4FA266F61D0}"/>
          </ac:spMkLst>
        </pc:spChg>
        <pc:picChg chg="add mod">
          <ac:chgData name="Krittika Mukherjee" userId="43900d623978dab5" providerId="LiveId" clId="{9BB9F931-903E-474C-B71E-A334B2B5D769}" dt="2025-11-27T06:59:04.702" v="311" actId="14100"/>
          <ac:picMkLst>
            <pc:docMk/>
            <pc:sldMk cId="362779173" sldId="262"/>
            <ac:picMk id="4" creationId="{995169F3-B0D0-A086-A19C-415CA84C4382}"/>
          </ac:picMkLst>
        </pc:picChg>
      </pc:sldChg>
      <pc:sldChg chg="addSp delSp modSp new mod">
        <pc:chgData name="Krittika Mukherjee" userId="43900d623978dab5" providerId="LiveId" clId="{9BB9F931-903E-474C-B71E-A334B2B5D769}" dt="2025-11-27T07:03:29.421" v="318" actId="14100"/>
        <pc:sldMkLst>
          <pc:docMk/>
          <pc:sldMk cId="3261896815" sldId="263"/>
        </pc:sldMkLst>
        <pc:spChg chg="mod">
          <ac:chgData name="Krittika Mukherjee" userId="43900d623978dab5" providerId="LiveId" clId="{9BB9F931-903E-474C-B71E-A334B2B5D769}" dt="2025-11-27T06:59:31.386" v="313"/>
          <ac:spMkLst>
            <pc:docMk/>
            <pc:sldMk cId="3261896815" sldId="263"/>
            <ac:spMk id="2" creationId="{ABB4CC46-7FCC-FBEE-35FA-43B959315B8C}"/>
          </ac:spMkLst>
        </pc:spChg>
        <pc:spChg chg="del">
          <ac:chgData name="Krittika Mukherjee" userId="43900d623978dab5" providerId="LiveId" clId="{9BB9F931-903E-474C-B71E-A334B2B5D769}" dt="2025-11-27T07:03:16.694" v="314"/>
          <ac:spMkLst>
            <pc:docMk/>
            <pc:sldMk cId="3261896815" sldId="263"/>
            <ac:spMk id="3" creationId="{B1DDECD1-663C-9B0D-B29D-595CAAF4C5C7}"/>
          </ac:spMkLst>
        </pc:spChg>
        <pc:picChg chg="add mod">
          <ac:chgData name="Krittika Mukherjee" userId="43900d623978dab5" providerId="LiveId" clId="{9BB9F931-903E-474C-B71E-A334B2B5D769}" dt="2025-11-27T07:03:29.421" v="318" actId="14100"/>
          <ac:picMkLst>
            <pc:docMk/>
            <pc:sldMk cId="3261896815" sldId="263"/>
            <ac:picMk id="4" creationId="{B174CB74-5A33-E70E-2C7D-6648B53E3F6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5C71D-2310-460A-BBA1-D246DFED6E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462E165A-783E-459F-A61A-9FB4B969C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296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5C71D-2310-460A-BBA1-D246DFED6E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E165A-783E-459F-A61A-9FB4B969C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081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5C71D-2310-460A-BBA1-D246DFED6E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E165A-783E-459F-A61A-9FB4B969C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925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5C71D-2310-460A-BBA1-D246DFED6E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E165A-783E-459F-A61A-9FB4B969C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105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5C71D-2310-460A-BBA1-D246DFED6E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E165A-783E-459F-A61A-9FB4B969C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804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5C71D-2310-460A-BBA1-D246DFED6E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E165A-783E-459F-A61A-9FB4B969C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719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5C71D-2310-460A-BBA1-D246DFED6E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E165A-783E-459F-A61A-9FB4B969C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386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5C71D-2310-460A-BBA1-D246DFED6E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E165A-783E-459F-A61A-9FB4B969C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945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B35C71D-2310-460A-BBA1-D246DFED6E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E165A-783E-459F-A61A-9FB4B969C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617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5C71D-2310-460A-BBA1-D246DFED6E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E165A-783E-459F-A61A-9FB4B969C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29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5C71D-2310-460A-BBA1-D246DFED6E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E165A-783E-459F-A61A-9FB4B969C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47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5C71D-2310-460A-BBA1-D246DFED6E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62E165A-783E-459F-A61A-9FB4B969C7BA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3894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50000"/>
                <a:lumOff val="50000"/>
              </a:schemeClr>
            </a:gs>
            <a:gs pos="74000">
              <a:schemeClr val="bg2"/>
            </a:gs>
            <a:gs pos="83000">
              <a:schemeClr val="bg2">
                <a:lumMod val="70000"/>
                <a:lumOff val="30000"/>
              </a:schemeClr>
            </a:gs>
            <a:gs pos="100000">
              <a:schemeClr val="bg2">
                <a:lumMod val="75000"/>
                <a:lumOff val="2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27DF4-92EC-0387-A36A-0914DA1A6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9" y="802298"/>
            <a:ext cx="11210544" cy="2920713"/>
          </a:xfrm>
        </p:spPr>
        <p:txBody>
          <a:bodyPr/>
          <a:lstStyle/>
          <a:p>
            <a:r>
              <a:rPr lang="en-IN" dirty="0"/>
              <a:t>Marketing Campaign Analysis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FB929C-C6DD-E635-96A1-508EB5B539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3336" y="3897810"/>
            <a:ext cx="8637072" cy="2157892"/>
          </a:xfrm>
        </p:spPr>
        <p:txBody>
          <a:bodyPr>
            <a:normAutofit/>
          </a:bodyPr>
          <a:lstStyle/>
          <a:p>
            <a:r>
              <a:rPr lang="en-US" dirty="0"/>
              <a:t>Prediction Product AD Campaign Performance</a:t>
            </a:r>
          </a:p>
          <a:p>
            <a:endParaRPr lang="en-US" dirty="0"/>
          </a:p>
          <a:p>
            <a:r>
              <a:rPr lang="en-US" dirty="0"/>
              <a:t>First Quadrant Lab</a:t>
            </a:r>
          </a:p>
          <a:p>
            <a:r>
              <a:rPr lang="en-US" dirty="0"/>
              <a:t>Made by Krittika Mukherjee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487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7F4AC-A991-B860-59EC-3F4F5B2D9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E8AD5-5330-90F5-1ABD-EDEED967C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0392" y="2015732"/>
            <a:ext cx="9291215" cy="3450613"/>
          </a:xfrm>
        </p:spPr>
        <p:txBody>
          <a:bodyPr/>
          <a:lstStyle/>
          <a:p>
            <a:r>
              <a:rPr lang="en-US" dirty="0"/>
              <a:t>Project Overview</a:t>
            </a:r>
          </a:p>
          <a:p>
            <a:r>
              <a:rPr lang="en-US" dirty="0"/>
              <a:t>Dataset Description</a:t>
            </a:r>
          </a:p>
          <a:p>
            <a:r>
              <a:rPr lang="en-US" dirty="0"/>
              <a:t>Key Variables</a:t>
            </a:r>
          </a:p>
          <a:p>
            <a:r>
              <a:rPr lang="en-US" dirty="0"/>
              <a:t>Analysis Workflow</a:t>
            </a:r>
          </a:p>
          <a:p>
            <a:r>
              <a:rPr lang="en-US" dirty="0"/>
              <a:t>Insights &amp; Findings</a:t>
            </a:r>
          </a:p>
          <a:p>
            <a:r>
              <a:rPr lang="en-US" dirty="0"/>
              <a:t>Next Steps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1515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5D1EA-AFD2-DE4A-2A4B-069DFE5E6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3558B-E7FC-319A-B6B9-A2299D6F1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dataset contains marketing campaign and product sales information including:</a:t>
            </a:r>
          </a:p>
          <a:p>
            <a:pPr lvl="1"/>
            <a:r>
              <a:rPr lang="en-US" dirty="0"/>
              <a:t>• Campaign characteristics</a:t>
            </a:r>
          </a:p>
          <a:p>
            <a:pPr lvl="1"/>
            <a:r>
              <a:rPr lang="en-US" dirty="0"/>
              <a:t>• Product attributes</a:t>
            </a:r>
          </a:p>
          <a:p>
            <a:pPr lvl="1"/>
            <a:r>
              <a:rPr lang="en-US" dirty="0"/>
              <a:t>• Resource allocation</a:t>
            </a:r>
          </a:p>
          <a:p>
            <a:pPr lvl="1"/>
            <a:r>
              <a:rPr lang="en-US" dirty="0"/>
              <a:t>• Email performance</a:t>
            </a:r>
          </a:p>
          <a:p>
            <a:pPr lvl="1"/>
            <a:r>
              <a:rPr lang="en-US" dirty="0"/>
              <a:t>• Pricing &amp; discounts</a:t>
            </a:r>
          </a:p>
          <a:p>
            <a:pPr lvl="1"/>
            <a:r>
              <a:rPr lang="en-US" dirty="0"/>
              <a:t>• Orders generated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3052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4D2DA-AFF1-14E1-7ECE-943F95860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AAA1E-5999-2CD6-5654-7517C7932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673352"/>
            <a:ext cx="9291215" cy="4498848"/>
          </a:xfrm>
        </p:spPr>
        <p:txBody>
          <a:bodyPr>
            <a:normAutofit fontScale="32500" lnSpcReduction="20000"/>
          </a:bodyPr>
          <a:lstStyle/>
          <a:p>
            <a:r>
              <a:rPr lang="en-US" sz="5500"/>
              <a:t>• Limit </a:t>
            </a:r>
            <a:r>
              <a:rPr lang="en-US" sz="5500" dirty="0"/>
              <a:t>Inform – Campaign or product restrictions</a:t>
            </a:r>
          </a:p>
          <a:p>
            <a:r>
              <a:rPr lang="en-US" sz="5500" dirty="0"/>
              <a:t>• Campaign type – Email, social media, print, etc.</a:t>
            </a:r>
          </a:p>
          <a:p>
            <a:r>
              <a:rPr lang="en-US" sz="5500" dirty="0"/>
              <a:t>• Campaign level – National, regional, local</a:t>
            </a:r>
          </a:p>
          <a:p>
            <a:r>
              <a:rPr lang="en-US" sz="5500" dirty="0"/>
              <a:t>• Product level – High-end, mid-range, budget</a:t>
            </a:r>
          </a:p>
          <a:p>
            <a:r>
              <a:rPr lang="en-US" sz="5500" dirty="0"/>
              <a:t>• Resource amount – Total allocated resources</a:t>
            </a:r>
          </a:p>
          <a:p>
            <a:r>
              <a:rPr lang="en-US" sz="5500" dirty="0"/>
              <a:t>• Hour resources – Labor hours involved</a:t>
            </a:r>
          </a:p>
          <a:p>
            <a:r>
              <a:rPr lang="en-US" sz="5500" dirty="0"/>
              <a:t>• Email rate – Email delivery/open rate</a:t>
            </a:r>
          </a:p>
          <a:p>
            <a:r>
              <a:rPr lang="en-US" sz="5500" dirty="0"/>
              <a:t>• Price – Selling price</a:t>
            </a:r>
          </a:p>
          <a:p>
            <a:r>
              <a:rPr lang="en-US" sz="5500" dirty="0"/>
              <a:t>• Discount rate – Applied discount</a:t>
            </a:r>
          </a:p>
          <a:p>
            <a:r>
              <a:rPr lang="en-US" sz="5500" dirty="0"/>
              <a:t>• Campaign fee – Cost of the campaign</a:t>
            </a:r>
          </a:p>
          <a:p>
            <a:r>
              <a:rPr lang="en-US" sz="5500" dirty="0"/>
              <a:t>• Orders – Sales generated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2783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5B273-4276-7E07-E442-40964C661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Analysis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DFD67-C1E2-6D90-5234-D3C606912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Data Loading &amp; Backup</a:t>
            </a:r>
          </a:p>
          <a:p>
            <a:r>
              <a:rPr lang="en-US" dirty="0"/>
              <a:t>2. Exploratory Data Analysis (EDA)</a:t>
            </a:r>
          </a:p>
          <a:p>
            <a:r>
              <a:rPr lang="en-US" dirty="0"/>
              <a:t>3. Feature Engineering</a:t>
            </a:r>
          </a:p>
          <a:p>
            <a:r>
              <a:rPr lang="en-US" dirty="0"/>
              <a:t>4. Statistical Analysis</a:t>
            </a:r>
          </a:p>
          <a:p>
            <a:r>
              <a:rPr lang="en-US" dirty="0"/>
              <a:t>5. Predictive Modeling</a:t>
            </a:r>
          </a:p>
          <a:p>
            <a:r>
              <a:rPr lang="en-US" dirty="0"/>
              <a:t>6. Results Interpretation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4374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4CFA-A16F-4D6F-3B6D-F25DEC8D2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Orders vs Price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562C4FE-F0F1-742A-7351-1439F2091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3599" y="2016125"/>
            <a:ext cx="7363043" cy="403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877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40B19-183E-346B-9027-5B74812B5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Orders vs Discount Rate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5169F3-B0D0-A086-A19C-415CA84C43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6080" y="1947672"/>
            <a:ext cx="7699248" cy="410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79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4CC46-7FCC-FBEE-35FA-43B959315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Correlation Heatmap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74CB74-5A33-E70E-2C7D-6648B53E3F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1528" y="1988692"/>
            <a:ext cx="6629399" cy="394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89681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35</TotalTime>
  <Words>191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Rockwell</vt:lpstr>
      <vt:lpstr>Gallery</vt:lpstr>
      <vt:lpstr>Marketing Campaign Analysis Report</vt:lpstr>
      <vt:lpstr>Agenda</vt:lpstr>
      <vt:lpstr>Dataset Description</vt:lpstr>
      <vt:lpstr>Key Variables</vt:lpstr>
      <vt:lpstr>Analysis Workflow</vt:lpstr>
      <vt:lpstr>Orders vs Price</vt:lpstr>
      <vt:lpstr>Orders vs Discount Rate</vt:lpstr>
      <vt:lpstr>Correlation Heatmap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Krittika Mukherjee</dc:creator>
  <cp:lastModifiedBy>Krittika Mukherjee</cp:lastModifiedBy>
  <cp:revision>1</cp:revision>
  <dcterms:created xsi:type="dcterms:W3CDTF">2025-11-24T11:12:33Z</dcterms:created>
  <dcterms:modified xsi:type="dcterms:W3CDTF">2025-11-27T07:03:36Z</dcterms:modified>
</cp:coreProperties>
</file>